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20"/>
  </p:notesMasterIdLst>
  <p:sldIdLst>
    <p:sldId id="258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C98C9-63F2-443D-A5B7-2982DF5924EA}" v="25" dt="2025-11-29T09:06:47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8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i Jibril" userId="6480ac2d-504c-45e1-bf13-1de5aaa07f9e" providerId="ADAL" clId="{667A45C4-D4BB-4466-A4F7-E9DFB1D9FE54}"/>
    <pc:docChg chg="undo custSel addSld delSld modSld sldOrd addMainMaster delMainMaster">
      <pc:chgData name="Abdullahi Jibril" userId="6480ac2d-504c-45e1-bf13-1de5aaa07f9e" providerId="ADAL" clId="{667A45C4-D4BB-4466-A4F7-E9DFB1D9FE54}" dt="2025-11-29T09:06:50.936" v="1191" actId="14100"/>
      <pc:docMkLst>
        <pc:docMk/>
      </pc:docMkLst>
      <pc:sldChg chg="addSp delSp modSp new mod">
        <pc:chgData name="Abdullahi Jibril" userId="6480ac2d-504c-45e1-bf13-1de5aaa07f9e" providerId="ADAL" clId="{667A45C4-D4BB-4466-A4F7-E9DFB1D9FE54}" dt="2025-11-29T08:52:37.557" v="1023" actId="20577"/>
        <pc:sldMkLst>
          <pc:docMk/>
          <pc:sldMk cId="3629683097" sldId="258"/>
        </pc:sldMkLst>
        <pc:spChg chg="mod">
          <ac:chgData name="Abdullahi Jibril" userId="6480ac2d-504c-45e1-bf13-1de5aaa07f9e" providerId="ADAL" clId="{667A45C4-D4BB-4466-A4F7-E9DFB1D9FE54}" dt="2025-11-29T08:52:37.557" v="1023" actId="20577"/>
          <ac:spMkLst>
            <pc:docMk/>
            <pc:sldMk cId="3629683097" sldId="258"/>
            <ac:spMk id="3" creationId="{B27B9278-7A3E-AE62-0118-BFB3DB0244DD}"/>
          </ac:spMkLst>
        </pc:spChg>
      </pc:sldChg>
      <pc:sldChg chg="addSp delSp modSp new del mod setBg">
        <pc:chgData name="Abdullahi Jibril" userId="6480ac2d-504c-45e1-bf13-1de5aaa07f9e" providerId="ADAL" clId="{667A45C4-D4BB-4466-A4F7-E9DFB1D9FE54}" dt="2025-11-29T08:51:40.329" v="908" actId="47"/>
        <pc:sldMkLst>
          <pc:docMk/>
          <pc:sldMk cId="2907828569" sldId="259"/>
        </pc:sldMkLst>
      </pc:sldChg>
      <pc:sldChg chg="addSp delSp modSp new del mod setBg">
        <pc:chgData name="Abdullahi Jibril" userId="6480ac2d-504c-45e1-bf13-1de5aaa07f9e" providerId="ADAL" clId="{667A45C4-D4BB-4466-A4F7-E9DFB1D9FE54}" dt="2025-11-29T08:51:40.433" v="909" actId="47"/>
        <pc:sldMkLst>
          <pc:docMk/>
          <pc:sldMk cId="2602536399" sldId="260"/>
        </pc:sldMkLst>
      </pc:sldChg>
      <pc:sldChg chg="delSp modSp new del mod">
        <pc:chgData name="Abdullahi Jibril" userId="6480ac2d-504c-45e1-bf13-1de5aaa07f9e" providerId="ADAL" clId="{667A45C4-D4BB-4466-A4F7-E9DFB1D9FE54}" dt="2025-11-29T08:51:40.606" v="910" actId="47"/>
        <pc:sldMkLst>
          <pc:docMk/>
          <pc:sldMk cId="1554357718" sldId="261"/>
        </pc:sldMkLst>
      </pc:sldChg>
      <pc:sldChg chg="delSp modSp new del mod">
        <pc:chgData name="Abdullahi Jibril" userId="6480ac2d-504c-45e1-bf13-1de5aaa07f9e" providerId="ADAL" clId="{667A45C4-D4BB-4466-A4F7-E9DFB1D9FE54}" dt="2025-11-29T08:51:40.752" v="911" actId="47"/>
        <pc:sldMkLst>
          <pc:docMk/>
          <pc:sldMk cId="1695825623" sldId="262"/>
        </pc:sldMkLst>
      </pc:sldChg>
      <pc:sldChg chg="addSp delSp modSp new del mod setBg">
        <pc:chgData name="Abdullahi Jibril" userId="6480ac2d-504c-45e1-bf13-1de5aaa07f9e" providerId="ADAL" clId="{667A45C4-D4BB-4466-A4F7-E9DFB1D9FE54}" dt="2025-11-29T08:51:40.908" v="912" actId="47"/>
        <pc:sldMkLst>
          <pc:docMk/>
          <pc:sldMk cId="1121838227" sldId="263"/>
        </pc:sldMkLst>
      </pc:sldChg>
      <pc:sldChg chg="addSp delSp modSp new del mod">
        <pc:chgData name="Abdullahi Jibril" userId="6480ac2d-504c-45e1-bf13-1de5aaa07f9e" providerId="ADAL" clId="{667A45C4-D4BB-4466-A4F7-E9DFB1D9FE54}" dt="2025-11-29T08:51:41.051" v="913" actId="47"/>
        <pc:sldMkLst>
          <pc:docMk/>
          <pc:sldMk cId="331262388" sldId="264"/>
        </pc:sldMkLst>
      </pc:sldChg>
      <pc:sldChg chg="addSp delSp modSp new del mod">
        <pc:chgData name="Abdullahi Jibril" userId="6480ac2d-504c-45e1-bf13-1de5aaa07f9e" providerId="ADAL" clId="{667A45C4-D4BB-4466-A4F7-E9DFB1D9FE54}" dt="2025-11-29T08:51:41.192" v="914" actId="47"/>
        <pc:sldMkLst>
          <pc:docMk/>
          <pc:sldMk cId="3265217795" sldId="265"/>
        </pc:sldMkLst>
      </pc:sldChg>
      <pc:sldChg chg="addSp delSp modSp new del mod">
        <pc:chgData name="Abdullahi Jibril" userId="6480ac2d-504c-45e1-bf13-1de5aaa07f9e" providerId="ADAL" clId="{667A45C4-D4BB-4466-A4F7-E9DFB1D9FE54}" dt="2025-11-29T08:51:41.351" v="915" actId="47"/>
        <pc:sldMkLst>
          <pc:docMk/>
          <pc:sldMk cId="797109528" sldId="267"/>
        </pc:sldMkLst>
      </pc:sldChg>
      <pc:sldChg chg="delSp modSp new del mod">
        <pc:chgData name="Abdullahi Jibril" userId="6480ac2d-504c-45e1-bf13-1de5aaa07f9e" providerId="ADAL" clId="{667A45C4-D4BB-4466-A4F7-E9DFB1D9FE54}" dt="2025-11-29T08:51:41.495" v="916" actId="47"/>
        <pc:sldMkLst>
          <pc:docMk/>
          <pc:sldMk cId="1780927612" sldId="268"/>
        </pc:sldMkLst>
      </pc:sldChg>
      <pc:sldChg chg="addSp delSp modSp new del mod">
        <pc:chgData name="Abdullahi Jibril" userId="6480ac2d-504c-45e1-bf13-1de5aaa07f9e" providerId="ADAL" clId="{667A45C4-D4BB-4466-A4F7-E9DFB1D9FE54}" dt="2025-11-29T08:51:41.670" v="917" actId="47"/>
        <pc:sldMkLst>
          <pc:docMk/>
          <pc:sldMk cId="3442937697" sldId="269"/>
        </pc:sldMkLst>
      </pc:sldChg>
      <pc:sldChg chg="addSp delSp modSp new del mod setBg">
        <pc:chgData name="Abdullahi Jibril" userId="6480ac2d-504c-45e1-bf13-1de5aaa07f9e" providerId="ADAL" clId="{667A45C4-D4BB-4466-A4F7-E9DFB1D9FE54}" dt="2025-11-29T08:51:41.816" v="918" actId="47"/>
        <pc:sldMkLst>
          <pc:docMk/>
          <pc:sldMk cId="3695003727" sldId="270"/>
        </pc:sldMkLst>
      </pc:sldChg>
      <pc:sldChg chg="delSp modSp new del mod">
        <pc:chgData name="Abdullahi Jibril" userId="6480ac2d-504c-45e1-bf13-1de5aaa07f9e" providerId="ADAL" clId="{667A45C4-D4BB-4466-A4F7-E9DFB1D9FE54}" dt="2025-11-29T08:51:41.960" v="919" actId="47"/>
        <pc:sldMkLst>
          <pc:docMk/>
          <pc:sldMk cId="3290468225" sldId="271"/>
        </pc:sldMkLst>
      </pc:sldChg>
      <pc:sldChg chg="addSp delSp modSp new del mod setBg">
        <pc:chgData name="Abdullahi Jibril" userId="6480ac2d-504c-45e1-bf13-1de5aaa07f9e" providerId="ADAL" clId="{667A45C4-D4BB-4466-A4F7-E9DFB1D9FE54}" dt="2025-11-29T08:51:42.136" v="920" actId="47"/>
        <pc:sldMkLst>
          <pc:docMk/>
          <pc:sldMk cId="4143317009" sldId="272"/>
        </pc:sldMkLst>
      </pc:sldChg>
      <pc:sldChg chg="delSp modSp new del mod">
        <pc:chgData name="Abdullahi Jibril" userId="6480ac2d-504c-45e1-bf13-1de5aaa07f9e" providerId="ADAL" clId="{667A45C4-D4BB-4466-A4F7-E9DFB1D9FE54}" dt="2025-11-29T08:51:42.312" v="921" actId="47"/>
        <pc:sldMkLst>
          <pc:docMk/>
          <pc:sldMk cId="3304848520" sldId="273"/>
        </pc:sldMkLst>
      </pc:sldChg>
      <pc:sldChg chg="delSp modSp new del mod">
        <pc:chgData name="Abdullahi Jibril" userId="6480ac2d-504c-45e1-bf13-1de5aaa07f9e" providerId="ADAL" clId="{667A45C4-D4BB-4466-A4F7-E9DFB1D9FE54}" dt="2025-11-29T08:51:42.747" v="922" actId="47"/>
        <pc:sldMkLst>
          <pc:docMk/>
          <pc:sldMk cId="24674222" sldId="274"/>
        </pc:sldMkLst>
      </pc:sldChg>
      <pc:sldChg chg="delSp modSp new del mod">
        <pc:chgData name="Abdullahi Jibril" userId="6480ac2d-504c-45e1-bf13-1de5aaa07f9e" providerId="ADAL" clId="{667A45C4-D4BB-4466-A4F7-E9DFB1D9FE54}" dt="2025-11-29T08:51:42.993" v="923" actId="47"/>
        <pc:sldMkLst>
          <pc:docMk/>
          <pc:sldMk cId="2776399090" sldId="275"/>
        </pc:sldMkLst>
      </pc:sldChg>
      <pc:sldChg chg="delSp modSp new mod">
        <pc:chgData name="Abdullahi Jibril" userId="6480ac2d-504c-45e1-bf13-1de5aaa07f9e" providerId="ADAL" clId="{667A45C4-D4BB-4466-A4F7-E9DFB1D9FE54}" dt="2025-11-19T10:32:18.097" v="853" actId="1076"/>
        <pc:sldMkLst>
          <pc:docMk/>
          <pc:sldMk cId="371105104" sldId="276"/>
        </pc:sldMkLst>
        <pc:spChg chg="mod">
          <ac:chgData name="Abdullahi Jibril" userId="6480ac2d-504c-45e1-bf13-1de5aaa07f9e" providerId="ADAL" clId="{667A45C4-D4BB-4466-A4F7-E9DFB1D9FE54}" dt="2025-11-19T10:32:18.097" v="853" actId="1076"/>
          <ac:spMkLst>
            <pc:docMk/>
            <pc:sldMk cId="371105104" sldId="276"/>
            <ac:spMk id="3" creationId="{4206AE26-95C3-D6DF-4413-CFAE1C391DFB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3:07.891" v="1037" actId="5793"/>
        <pc:sldMkLst>
          <pc:docMk/>
          <pc:sldMk cId="1640732826" sldId="277"/>
        </pc:sldMkLst>
        <pc:spChg chg="del">
          <ac:chgData name="Abdullahi Jibril" userId="6480ac2d-504c-45e1-bf13-1de5aaa07f9e" providerId="ADAL" clId="{667A45C4-D4BB-4466-A4F7-E9DFB1D9FE54}" dt="2025-11-29T08:52:50.633" v="1025" actId="478"/>
          <ac:spMkLst>
            <pc:docMk/>
            <pc:sldMk cId="1640732826" sldId="277"/>
            <ac:spMk id="2" creationId="{DA95A755-0B8E-AF99-7D77-06195C2C7DDF}"/>
          </ac:spMkLst>
        </pc:spChg>
        <pc:spChg chg="mod">
          <ac:chgData name="Abdullahi Jibril" userId="6480ac2d-504c-45e1-bf13-1de5aaa07f9e" providerId="ADAL" clId="{667A45C4-D4BB-4466-A4F7-E9DFB1D9FE54}" dt="2025-11-29T08:53:07.891" v="1037" actId="5793"/>
          <ac:spMkLst>
            <pc:docMk/>
            <pc:sldMk cId="1640732826" sldId="277"/>
            <ac:spMk id="3" creationId="{EAB96D41-0AB6-2CED-8EA1-AFF6BBE9FD29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3:42.725" v="1044" actId="1076"/>
        <pc:sldMkLst>
          <pc:docMk/>
          <pc:sldMk cId="4283217872" sldId="278"/>
        </pc:sldMkLst>
        <pc:spChg chg="del">
          <ac:chgData name="Abdullahi Jibril" userId="6480ac2d-504c-45e1-bf13-1de5aaa07f9e" providerId="ADAL" clId="{667A45C4-D4BB-4466-A4F7-E9DFB1D9FE54}" dt="2025-11-29T08:53:20.470" v="1039" actId="478"/>
          <ac:spMkLst>
            <pc:docMk/>
            <pc:sldMk cId="4283217872" sldId="278"/>
            <ac:spMk id="2" creationId="{5643F829-3C92-79E6-71B9-F8D120B5886B}"/>
          </ac:spMkLst>
        </pc:spChg>
        <pc:spChg chg="mod">
          <ac:chgData name="Abdullahi Jibril" userId="6480ac2d-504c-45e1-bf13-1de5aaa07f9e" providerId="ADAL" clId="{667A45C4-D4BB-4466-A4F7-E9DFB1D9FE54}" dt="2025-11-29T08:53:42.725" v="1044" actId="1076"/>
          <ac:spMkLst>
            <pc:docMk/>
            <pc:sldMk cId="4283217872" sldId="278"/>
            <ac:spMk id="3" creationId="{77FC1350-8ABC-8A98-09CF-9743305607C6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4:32.548" v="1049" actId="1076"/>
        <pc:sldMkLst>
          <pc:docMk/>
          <pc:sldMk cId="2389601060" sldId="279"/>
        </pc:sldMkLst>
        <pc:spChg chg="del">
          <ac:chgData name="Abdullahi Jibril" userId="6480ac2d-504c-45e1-bf13-1de5aaa07f9e" providerId="ADAL" clId="{667A45C4-D4BB-4466-A4F7-E9DFB1D9FE54}" dt="2025-11-29T08:54:12.043" v="1046" actId="478"/>
          <ac:spMkLst>
            <pc:docMk/>
            <pc:sldMk cId="2389601060" sldId="279"/>
            <ac:spMk id="2" creationId="{08D65B65-C338-4D64-B537-26DED5BE00CB}"/>
          </ac:spMkLst>
        </pc:spChg>
        <pc:spChg chg="mod">
          <ac:chgData name="Abdullahi Jibril" userId="6480ac2d-504c-45e1-bf13-1de5aaa07f9e" providerId="ADAL" clId="{667A45C4-D4BB-4466-A4F7-E9DFB1D9FE54}" dt="2025-11-29T08:54:32.548" v="1049" actId="1076"/>
          <ac:spMkLst>
            <pc:docMk/>
            <pc:sldMk cId="2389601060" sldId="279"/>
            <ac:spMk id="3" creationId="{157C4A02-626C-157E-3EA5-A893E83BB6D9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29T08:55:54.770" v="1059" actId="1076"/>
        <pc:sldMkLst>
          <pc:docMk/>
          <pc:sldMk cId="1814352342" sldId="280"/>
        </pc:sldMkLst>
        <pc:spChg chg="del">
          <ac:chgData name="Abdullahi Jibril" userId="6480ac2d-504c-45e1-bf13-1de5aaa07f9e" providerId="ADAL" clId="{667A45C4-D4BB-4466-A4F7-E9DFB1D9FE54}" dt="2025-11-29T08:54:49.979" v="1051" actId="478"/>
          <ac:spMkLst>
            <pc:docMk/>
            <pc:sldMk cId="1814352342" sldId="280"/>
            <ac:spMk id="2" creationId="{989506F2-D7A0-A13A-54AF-5C0372111CD9}"/>
          </ac:spMkLst>
        </pc:spChg>
        <pc:spChg chg="del">
          <ac:chgData name="Abdullahi Jibril" userId="6480ac2d-504c-45e1-bf13-1de5aaa07f9e" providerId="ADAL" clId="{667A45C4-D4BB-4466-A4F7-E9DFB1D9FE54}" dt="2025-11-29T08:54:51.340" v="1052"/>
          <ac:spMkLst>
            <pc:docMk/>
            <pc:sldMk cId="1814352342" sldId="280"/>
            <ac:spMk id="3" creationId="{59DCEF64-7CA1-E4E2-3710-994933050DA9}"/>
          </ac:spMkLst>
        </pc:spChg>
        <pc:spChg chg="add mod">
          <ac:chgData name="Abdullahi Jibril" userId="6480ac2d-504c-45e1-bf13-1de5aaa07f9e" providerId="ADAL" clId="{667A45C4-D4BB-4466-A4F7-E9DFB1D9FE54}" dt="2025-11-29T08:55:54.770" v="1059" actId="1076"/>
          <ac:spMkLst>
            <pc:docMk/>
            <pc:sldMk cId="1814352342" sldId="280"/>
            <ac:spMk id="4" creationId="{4DDF1077-D262-6D03-52E8-99564F2351F2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6:18.637" v="1064" actId="5793"/>
        <pc:sldMkLst>
          <pc:docMk/>
          <pc:sldMk cId="183437385" sldId="281"/>
        </pc:sldMkLst>
        <pc:spChg chg="del">
          <ac:chgData name="Abdullahi Jibril" userId="6480ac2d-504c-45e1-bf13-1de5aaa07f9e" providerId="ADAL" clId="{667A45C4-D4BB-4466-A4F7-E9DFB1D9FE54}" dt="2025-11-29T08:56:01.457" v="1061" actId="478"/>
          <ac:spMkLst>
            <pc:docMk/>
            <pc:sldMk cId="183437385" sldId="281"/>
            <ac:spMk id="2" creationId="{1C64BC27-F990-1857-7786-70F5EB94EA4D}"/>
          </ac:spMkLst>
        </pc:spChg>
        <pc:spChg chg="mod">
          <ac:chgData name="Abdullahi Jibril" userId="6480ac2d-504c-45e1-bf13-1de5aaa07f9e" providerId="ADAL" clId="{667A45C4-D4BB-4466-A4F7-E9DFB1D9FE54}" dt="2025-11-29T08:56:18.637" v="1064" actId="5793"/>
          <ac:spMkLst>
            <pc:docMk/>
            <pc:sldMk cId="183437385" sldId="281"/>
            <ac:spMk id="3" creationId="{6AA4036F-9B70-BFA9-A1B6-8B5476837952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7:00.082" v="1071" actId="5793"/>
        <pc:sldMkLst>
          <pc:docMk/>
          <pc:sldMk cId="1342029452" sldId="282"/>
        </pc:sldMkLst>
        <pc:spChg chg="del">
          <ac:chgData name="Abdullahi Jibril" userId="6480ac2d-504c-45e1-bf13-1de5aaa07f9e" providerId="ADAL" clId="{667A45C4-D4BB-4466-A4F7-E9DFB1D9FE54}" dt="2025-11-29T08:56:26.184" v="1066" actId="478"/>
          <ac:spMkLst>
            <pc:docMk/>
            <pc:sldMk cId="1342029452" sldId="282"/>
            <ac:spMk id="2" creationId="{BB5FDA52-31C6-35BF-F50E-5AC9D3CC89B4}"/>
          </ac:spMkLst>
        </pc:spChg>
        <pc:spChg chg="mod">
          <ac:chgData name="Abdullahi Jibril" userId="6480ac2d-504c-45e1-bf13-1de5aaa07f9e" providerId="ADAL" clId="{667A45C4-D4BB-4466-A4F7-E9DFB1D9FE54}" dt="2025-11-29T08:57:00.082" v="1071" actId="5793"/>
          <ac:spMkLst>
            <pc:docMk/>
            <pc:sldMk cId="1342029452" sldId="282"/>
            <ac:spMk id="3" creationId="{662EAA76-4E7D-5725-7C52-3A3D7394F123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7:56.006" v="1077" actId="5793"/>
        <pc:sldMkLst>
          <pc:docMk/>
          <pc:sldMk cId="3310466289" sldId="283"/>
        </pc:sldMkLst>
        <pc:spChg chg="del">
          <ac:chgData name="Abdullahi Jibril" userId="6480ac2d-504c-45e1-bf13-1de5aaa07f9e" providerId="ADAL" clId="{667A45C4-D4BB-4466-A4F7-E9DFB1D9FE54}" dt="2025-11-29T08:57:45.732" v="1073" actId="478"/>
          <ac:spMkLst>
            <pc:docMk/>
            <pc:sldMk cId="3310466289" sldId="283"/>
            <ac:spMk id="2" creationId="{2053C306-D382-583A-84F3-97C2E2CEF53F}"/>
          </ac:spMkLst>
        </pc:spChg>
        <pc:spChg chg="mod">
          <ac:chgData name="Abdullahi Jibril" userId="6480ac2d-504c-45e1-bf13-1de5aaa07f9e" providerId="ADAL" clId="{667A45C4-D4BB-4466-A4F7-E9DFB1D9FE54}" dt="2025-11-29T08:57:56.006" v="1077" actId="5793"/>
          <ac:spMkLst>
            <pc:docMk/>
            <pc:sldMk cId="3310466289" sldId="283"/>
            <ac:spMk id="3" creationId="{C6B10DB1-B885-934F-976A-C0E9C5E48F0F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8:58:34.364" v="1086" actId="1076"/>
        <pc:sldMkLst>
          <pc:docMk/>
          <pc:sldMk cId="3047280530" sldId="284"/>
        </pc:sldMkLst>
        <pc:spChg chg="del">
          <ac:chgData name="Abdullahi Jibril" userId="6480ac2d-504c-45e1-bf13-1de5aaa07f9e" providerId="ADAL" clId="{667A45C4-D4BB-4466-A4F7-E9DFB1D9FE54}" dt="2025-11-29T08:58:01.941" v="1079" actId="478"/>
          <ac:spMkLst>
            <pc:docMk/>
            <pc:sldMk cId="3047280530" sldId="284"/>
            <ac:spMk id="2" creationId="{CB7F70DD-E265-92DA-ADC2-2F478667BCC0}"/>
          </ac:spMkLst>
        </pc:spChg>
        <pc:spChg chg="mod">
          <ac:chgData name="Abdullahi Jibril" userId="6480ac2d-504c-45e1-bf13-1de5aaa07f9e" providerId="ADAL" clId="{667A45C4-D4BB-4466-A4F7-E9DFB1D9FE54}" dt="2025-11-29T08:58:34.364" v="1086" actId="1076"/>
          <ac:spMkLst>
            <pc:docMk/>
            <pc:sldMk cId="3047280530" sldId="284"/>
            <ac:spMk id="3" creationId="{E4673594-7932-35C9-616F-D48F385213AE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29T08:59:59.042" v="1093" actId="12385"/>
        <pc:sldMkLst>
          <pc:docMk/>
          <pc:sldMk cId="3560209455" sldId="285"/>
        </pc:sldMkLst>
        <pc:spChg chg="del">
          <ac:chgData name="Abdullahi Jibril" userId="6480ac2d-504c-45e1-bf13-1de5aaa07f9e" providerId="ADAL" clId="{667A45C4-D4BB-4466-A4F7-E9DFB1D9FE54}" dt="2025-11-29T08:58:53.189" v="1088" actId="478"/>
          <ac:spMkLst>
            <pc:docMk/>
            <pc:sldMk cId="3560209455" sldId="285"/>
            <ac:spMk id="2" creationId="{BA5C2BDE-229E-1BBE-A3B3-69FB4329A209}"/>
          </ac:spMkLst>
        </pc:spChg>
        <pc:spChg chg="del">
          <ac:chgData name="Abdullahi Jibril" userId="6480ac2d-504c-45e1-bf13-1de5aaa07f9e" providerId="ADAL" clId="{667A45C4-D4BB-4466-A4F7-E9DFB1D9FE54}" dt="2025-11-29T08:58:54.449" v="1089"/>
          <ac:spMkLst>
            <pc:docMk/>
            <pc:sldMk cId="3560209455" sldId="285"/>
            <ac:spMk id="3" creationId="{C909E895-CCFB-1391-5B07-0DD8859CEB11}"/>
          </ac:spMkLst>
        </pc:spChg>
        <pc:spChg chg="add mod">
          <ac:chgData name="Abdullahi Jibril" userId="6480ac2d-504c-45e1-bf13-1de5aaa07f9e" providerId="ADAL" clId="{667A45C4-D4BB-4466-A4F7-E9DFB1D9FE54}" dt="2025-11-29T08:58:59.912" v="1090" actId="26606"/>
          <ac:spMkLst>
            <pc:docMk/>
            <pc:sldMk cId="3560209455" sldId="285"/>
            <ac:spMk id="5" creationId="{15668218-941E-BE8A-A057-7A879DE48704}"/>
          </ac:spMkLst>
        </pc:spChg>
        <pc:graphicFrameChg chg="add mod ord modGraphic">
          <ac:chgData name="Abdullahi Jibril" userId="6480ac2d-504c-45e1-bf13-1de5aaa07f9e" providerId="ADAL" clId="{667A45C4-D4BB-4466-A4F7-E9DFB1D9FE54}" dt="2025-11-29T08:59:59.042" v="1093" actId="12385"/>
          <ac:graphicFrameMkLst>
            <pc:docMk/>
            <pc:sldMk cId="3560209455" sldId="285"/>
            <ac:graphicFrameMk id="4" creationId="{92828D8F-3A75-785F-EE03-13B84417978E}"/>
          </ac:graphicFrameMkLst>
        </pc:graphicFrameChg>
      </pc:sldChg>
      <pc:sldChg chg="delSp modSp new mod">
        <pc:chgData name="Abdullahi Jibril" userId="6480ac2d-504c-45e1-bf13-1de5aaa07f9e" providerId="ADAL" clId="{667A45C4-D4BB-4466-A4F7-E9DFB1D9FE54}" dt="2025-11-29T09:01:01.178" v="1100" actId="14100"/>
        <pc:sldMkLst>
          <pc:docMk/>
          <pc:sldMk cId="860424809" sldId="286"/>
        </pc:sldMkLst>
        <pc:spChg chg="del">
          <ac:chgData name="Abdullahi Jibril" userId="6480ac2d-504c-45e1-bf13-1de5aaa07f9e" providerId="ADAL" clId="{667A45C4-D4BB-4466-A4F7-E9DFB1D9FE54}" dt="2025-11-29T09:00:33.305" v="1094" actId="478"/>
          <ac:spMkLst>
            <pc:docMk/>
            <pc:sldMk cId="860424809" sldId="286"/>
            <ac:spMk id="2" creationId="{F6999F71-E4BC-D083-6C98-258445500A36}"/>
          </ac:spMkLst>
        </pc:spChg>
        <pc:spChg chg="mod">
          <ac:chgData name="Abdullahi Jibril" userId="6480ac2d-504c-45e1-bf13-1de5aaa07f9e" providerId="ADAL" clId="{667A45C4-D4BB-4466-A4F7-E9DFB1D9FE54}" dt="2025-11-29T09:01:01.178" v="1100" actId="14100"/>
          <ac:spMkLst>
            <pc:docMk/>
            <pc:sldMk cId="860424809" sldId="286"/>
            <ac:spMk id="3" creationId="{8AA2CB4B-28EF-7EA7-89DC-03B2B3E63FAB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9:01:41.736" v="1109" actId="14100"/>
        <pc:sldMkLst>
          <pc:docMk/>
          <pc:sldMk cId="3792687356" sldId="287"/>
        </pc:sldMkLst>
        <pc:spChg chg="del">
          <ac:chgData name="Abdullahi Jibril" userId="6480ac2d-504c-45e1-bf13-1de5aaa07f9e" providerId="ADAL" clId="{667A45C4-D4BB-4466-A4F7-E9DFB1D9FE54}" dt="2025-11-29T09:01:20.710" v="1102" actId="478"/>
          <ac:spMkLst>
            <pc:docMk/>
            <pc:sldMk cId="3792687356" sldId="287"/>
            <ac:spMk id="2" creationId="{20DCAB8A-F635-399D-9FDB-AB225E2D01BC}"/>
          </ac:spMkLst>
        </pc:spChg>
        <pc:spChg chg="mod">
          <ac:chgData name="Abdullahi Jibril" userId="6480ac2d-504c-45e1-bf13-1de5aaa07f9e" providerId="ADAL" clId="{667A45C4-D4BB-4466-A4F7-E9DFB1D9FE54}" dt="2025-11-29T09:01:41.736" v="1109" actId="14100"/>
          <ac:spMkLst>
            <pc:docMk/>
            <pc:sldMk cId="3792687356" sldId="287"/>
            <ac:spMk id="3" creationId="{7F8E8B84-91DA-8651-AAC4-22E57143C802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29T09:03:00.116" v="1146" actId="20577"/>
        <pc:sldMkLst>
          <pc:docMk/>
          <pc:sldMk cId="3816357561" sldId="288"/>
        </pc:sldMkLst>
        <pc:spChg chg="del">
          <ac:chgData name="Abdullahi Jibril" userId="6480ac2d-504c-45e1-bf13-1de5aaa07f9e" providerId="ADAL" clId="{667A45C4-D4BB-4466-A4F7-E9DFB1D9FE54}" dt="2025-11-29T09:01:48.879" v="1111" actId="478"/>
          <ac:spMkLst>
            <pc:docMk/>
            <pc:sldMk cId="3816357561" sldId="288"/>
            <ac:spMk id="2" creationId="{4526F6E4-9B17-EDFA-A8FB-115110CD8249}"/>
          </ac:spMkLst>
        </pc:spChg>
        <pc:spChg chg="mod">
          <ac:chgData name="Abdullahi Jibril" userId="6480ac2d-504c-45e1-bf13-1de5aaa07f9e" providerId="ADAL" clId="{667A45C4-D4BB-4466-A4F7-E9DFB1D9FE54}" dt="2025-11-29T09:02:19.602" v="1117" actId="14100"/>
          <ac:spMkLst>
            <pc:docMk/>
            <pc:sldMk cId="3816357561" sldId="288"/>
            <ac:spMk id="3" creationId="{55188211-3613-8BA0-E014-C9170637E161}"/>
          </ac:spMkLst>
        </pc:spChg>
        <pc:spChg chg="add mod">
          <ac:chgData name="Abdullahi Jibril" userId="6480ac2d-504c-45e1-bf13-1de5aaa07f9e" providerId="ADAL" clId="{667A45C4-D4BB-4466-A4F7-E9DFB1D9FE54}" dt="2025-11-29T09:02:07.221" v="1114" actId="14100"/>
          <ac:spMkLst>
            <pc:docMk/>
            <pc:sldMk cId="3816357561" sldId="288"/>
            <ac:spMk id="5" creationId="{F1120A66-BFE1-3FB2-BB8D-3111956C99B3}"/>
          </ac:spMkLst>
        </pc:spChg>
        <pc:spChg chg="add mod">
          <ac:chgData name="Abdullahi Jibril" userId="6480ac2d-504c-45e1-bf13-1de5aaa07f9e" providerId="ADAL" clId="{667A45C4-D4BB-4466-A4F7-E9DFB1D9FE54}" dt="2025-11-29T09:02:36.269" v="1134" actId="14100"/>
          <ac:spMkLst>
            <pc:docMk/>
            <pc:sldMk cId="3816357561" sldId="288"/>
            <ac:spMk id="6" creationId="{B5992508-E535-58EA-0441-6B54FAB0306C}"/>
          </ac:spMkLst>
        </pc:spChg>
        <pc:spChg chg="add mod">
          <ac:chgData name="Abdullahi Jibril" userId="6480ac2d-504c-45e1-bf13-1de5aaa07f9e" providerId="ADAL" clId="{667A45C4-D4BB-4466-A4F7-E9DFB1D9FE54}" dt="2025-11-29T09:02:49.605" v="1136" actId="1076"/>
          <ac:spMkLst>
            <pc:docMk/>
            <pc:sldMk cId="3816357561" sldId="288"/>
            <ac:spMk id="8" creationId="{E567D5CD-8DB2-E5C2-F3C6-C0CB6A365DB2}"/>
          </ac:spMkLst>
        </pc:spChg>
        <pc:spChg chg="add mod">
          <ac:chgData name="Abdullahi Jibril" userId="6480ac2d-504c-45e1-bf13-1de5aaa07f9e" providerId="ADAL" clId="{667A45C4-D4BB-4466-A4F7-E9DFB1D9FE54}" dt="2025-11-29T09:03:00.116" v="1146" actId="20577"/>
          <ac:spMkLst>
            <pc:docMk/>
            <pc:sldMk cId="3816357561" sldId="288"/>
            <ac:spMk id="9" creationId="{B1C108C6-28A5-05D4-409A-C6595B8486F1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9:03:31.887" v="1151" actId="1076"/>
        <pc:sldMkLst>
          <pc:docMk/>
          <pc:sldMk cId="688742937" sldId="289"/>
        </pc:sldMkLst>
        <pc:spChg chg="del">
          <ac:chgData name="Abdullahi Jibril" userId="6480ac2d-504c-45e1-bf13-1de5aaa07f9e" providerId="ADAL" clId="{667A45C4-D4BB-4466-A4F7-E9DFB1D9FE54}" dt="2025-11-29T09:03:10.542" v="1148" actId="478"/>
          <ac:spMkLst>
            <pc:docMk/>
            <pc:sldMk cId="688742937" sldId="289"/>
            <ac:spMk id="2" creationId="{384522AF-1EF2-EE91-7F10-DCB15B89938E}"/>
          </ac:spMkLst>
        </pc:spChg>
        <pc:spChg chg="mod">
          <ac:chgData name="Abdullahi Jibril" userId="6480ac2d-504c-45e1-bf13-1de5aaa07f9e" providerId="ADAL" clId="{667A45C4-D4BB-4466-A4F7-E9DFB1D9FE54}" dt="2025-11-29T09:03:31.887" v="1151" actId="1076"/>
          <ac:spMkLst>
            <pc:docMk/>
            <pc:sldMk cId="688742937" sldId="289"/>
            <ac:spMk id="3" creationId="{6724231E-9872-1194-1203-2A09C8845ABF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29T09:03:46.906" v="1157" actId="26606"/>
        <pc:sldMkLst>
          <pc:docMk/>
          <pc:sldMk cId="2206632024" sldId="290"/>
        </pc:sldMkLst>
        <pc:spChg chg="del">
          <ac:chgData name="Abdullahi Jibril" userId="6480ac2d-504c-45e1-bf13-1de5aaa07f9e" providerId="ADAL" clId="{667A45C4-D4BB-4466-A4F7-E9DFB1D9FE54}" dt="2025-11-29T09:03:36.770" v="1153" actId="478"/>
          <ac:spMkLst>
            <pc:docMk/>
            <pc:sldMk cId="2206632024" sldId="290"/>
            <ac:spMk id="2" creationId="{3F9D8ACD-2BF5-8C23-0D46-907BAE0F4019}"/>
          </ac:spMkLst>
        </pc:spChg>
        <pc:spChg chg="del">
          <ac:chgData name="Abdullahi Jibril" userId="6480ac2d-504c-45e1-bf13-1de5aaa07f9e" providerId="ADAL" clId="{667A45C4-D4BB-4466-A4F7-E9DFB1D9FE54}" dt="2025-11-29T09:03:37.978" v="1154"/>
          <ac:spMkLst>
            <pc:docMk/>
            <pc:sldMk cId="2206632024" sldId="290"/>
            <ac:spMk id="3" creationId="{577D7228-8EDF-CE66-018D-CF05400521FB}"/>
          </ac:spMkLst>
        </pc:spChg>
        <pc:spChg chg="add mod">
          <ac:chgData name="Abdullahi Jibril" userId="6480ac2d-504c-45e1-bf13-1de5aaa07f9e" providerId="ADAL" clId="{667A45C4-D4BB-4466-A4F7-E9DFB1D9FE54}" dt="2025-11-29T09:03:46.906" v="1157" actId="26606"/>
          <ac:spMkLst>
            <pc:docMk/>
            <pc:sldMk cId="2206632024" sldId="290"/>
            <ac:spMk id="5" creationId="{C5AEC7F8-D63A-BB8E-7A66-98B98BB7C25A}"/>
          </ac:spMkLst>
        </pc:spChg>
        <pc:spChg chg="add del">
          <ac:chgData name="Abdullahi Jibril" userId="6480ac2d-504c-45e1-bf13-1de5aaa07f9e" providerId="ADAL" clId="{667A45C4-D4BB-4466-A4F7-E9DFB1D9FE54}" dt="2025-11-29T09:03:46.890" v="1156" actId="26606"/>
          <ac:spMkLst>
            <pc:docMk/>
            <pc:sldMk cId="2206632024" sldId="290"/>
            <ac:spMk id="10" creationId="{35C3D674-3D59-4E93-80CA-0C0A9095E816}"/>
          </ac:spMkLst>
        </pc:spChg>
        <pc:spChg chg="add del">
          <ac:chgData name="Abdullahi Jibril" userId="6480ac2d-504c-45e1-bf13-1de5aaa07f9e" providerId="ADAL" clId="{667A45C4-D4BB-4466-A4F7-E9DFB1D9FE54}" dt="2025-11-29T09:03:46.890" v="1156" actId="26606"/>
          <ac:spMkLst>
            <pc:docMk/>
            <pc:sldMk cId="2206632024" sldId="290"/>
            <ac:spMk id="14" creationId="{EF2A81E1-BCBE-426B-8C09-33274E69409D}"/>
          </ac:spMkLst>
        </pc:spChg>
        <pc:grpChg chg="add">
          <ac:chgData name="Abdullahi Jibril" userId="6480ac2d-504c-45e1-bf13-1de5aaa07f9e" providerId="ADAL" clId="{667A45C4-D4BB-4466-A4F7-E9DFB1D9FE54}" dt="2025-11-29T09:03:46.906" v="1157" actId="26606"/>
          <ac:grpSpMkLst>
            <pc:docMk/>
            <pc:sldMk cId="2206632024" sldId="290"/>
            <ac:grpSpMk id="20" creationId="{F7C65FA4-631C-444F-89AA-F891363CCF6E}"/>
          </ac:grpSpMkLst>
        </pc:grpChg>
        <pc:graphicFrameChg chg="add mod ord modGraphic">
          <ac:chgData name="Abdullahi Jibril" userId="6480ac2d-504c-45e1-bf13-1de5aaa07f9e" providerId="ADAL" clId="{667A45C4-D4BB-4466-A4F7-E9DFB1D9FE54}" dt="2025-11-29T09:03:46.906" v="1157" actId="26606"/>
          <ac:graphicFrameMkLst>
            <pc:docMk/>
            <pc:sldMk cId="2206632024" sldId="290"/>
            <ac:graphicFrameMk id="4" creationId="{346E63CE-6996-0087-B138-16E0BAFEBE44}"/>
          </ac:graphicFrameMkLst>
        </pc:graphicFrameChg>
        <pc:picChg chg="add del">
          <ac:chgData name="Abdullahi Jibril" userId="6480ac2d-504c-45e1-bf13-1de5aaa07f9e" providerId="ADAL" clId="{667A45C4-D4BB-4466-A4F7-E9DFB1D9FE54}" dt="2025-11-29T09:03:46.890" v="1156" actId="26606"/>
          <ac:picMkLst>
            <pc:docMk/>
            <pc:sldMk cId="2206632024" sldId="290"/>
            <ac:picMk id="16" creationId="{39D1DDD4-5BB3-45BA-B9B3-06B62299AD79}"/>
          </ac:picMkLst>
        </pc:picChg>
        <pc:cxnChg chg="add del">
          <ac:chgData name="Abdullahi Jibril" userId="6480ac2d-504c-45e1-bf13-1de5aaa07f9e" providerId="ADAL" clId="{667A45C4-D4BB-4466-A4F7-E9DFB1D9FE54}" dt="2025-11-29T09:03:46.890" v="1156" actId="26606"/>
          <ac:cxnSpMkLst>
            <pc:docMk/>
            <pc:sldMk cId="2206632024" sldId="290"/>
            <ac:cxnSpMk id="12" creationId="{C884B8F8-FDC9-498B-9960-5D7260AFCB03}"/>
          </ac:cxnSpMkLst>
        </pc:cxnChg>
        <pc:cxnChg chg="add del">
          <ac:chgData name="Abdullahi Jibril" userId="6480ac2d-504c-45e1-bf13-1de5aaa07f9e" providerId="ADAL" clId="{667A45C4-D4BB-4466-A4F7-E9DFB1D9FE54}" dt="2025-11-29T09:03:46.890" v="1156" actId="26606"/>
          <ac:cxnSpMkLst>
            <pc:docMk/>
            <pc:sldMk cId="2206632024" sldId="290"/>
            <ac:cxnSpMk id="18" creationId="{A24DAE64-2302-42EA-8239-F2F0775CA5AD}"/>
          </ac:cxnSpMkLst>
        </pc:cxnChg>
      </pc:sldChg>
      <pc:sldChg chg="delSp modSp new mod">
        <pc:chgData name="Abdullahi Jibril" userId="6480ac2d-504c-45e1-bf13-1de5aaa07f9e" providerId="ADAL" clId="{667A45C4-D4BB-4466-A4F7-E9DFB1D9FE54}" dt="2025-11-29T09:06:40.798" v="1187" actId="14100"/>
        <pc:sldMkLst>
          <pc:docMk/>
          <pc:sldMk cId="3197320850" sldId="291"/>
        </pc:sldMkLst>
        <pc:spChg chg="del">
          <ac:chgData name="Abdullahi Jibril" userId="6480ac2d-504c-45e1-bf13-1de5aaa07f9e" providerId="ADAL" clId="{667A45C4-D4BB-4466-A4F7-E9DFB1D9FE54}" dt="2025-11-29T09:04:18.083" v="1159" actId="478"/>
          <ac:spMkLst>
            <pc:docMk/>
            <pc:sldMk cId="3197320850" sldId="291"/>
            <ac:spMk id="2" creationId="{76A50C27-19C9-407A-CEC4-D6C8879B8F6B}"/>
          </ac:spMkLst>
        </pc:spChg>
        <pc:spChg chg="mod">
          <ac:chgData name="Abdullahi Jibril" userId="6480ac2d-504c-45e1-bf13-1de5aaa07f9e" providerId="ADAL" clId="{667A45C4-D4BB-4466-A4F7-E9DFB1D9FE54}" dt="2025-11-29T09:06:40.798" v="1187" actId="14100"/>
          <ac:spMkLst>
            <pc:docMk/>
            <pc:sldMk cId="3197320850" sldId="291"/>
            <ac:spMk id="3" creationId="{B49834F4-9304-603F-9498-1A74BC14DA5B}"/>
          </ac:spMkLst>
        </pc:spChg>
      </pc:sldChg>
      <pc:sldChg chg="delSp modSp new mod">
        <pc:chgData name="Abdullahi Jibril" userId="6480ac2d-504c-45e1-bf13-1de5aaa07f9e" providerId="ADAL" clId="{667A45C4-D4BB-4466-A4F7-E9DFB1D9FE54}" dt="2025-11-29T09:06:50.936" v="1191" actId="14100"/>
        <pc:sldMkLst>
          <pc:docMk/>
          <pc:sldMk cId="3727562753" sldId="292"/>
        </pc:sldMkLst>
        <pc:spChg chg="del">
          <ac:chgData name="Abdullahi Jibril" userId="6480ac2d-504c-45e1-bf13-1de5aaa07f9e" providerId="ADAL" clId="{667A45C4-D4BB-4466-A4F7-E9DFB1D9FE54}" dt="2025-11-29T09:06:45.751" v="1189" actId="478"/>
          <ac:spMkLst>
            <pc:docMk/>
            <pc:sldMk cId="3727562753" sldId="292"/>
            <ac:spMk id="2" creationId="{EE0C5219-DC73-3823-EACD-727322BFB86A}"/>
          </ac:spMkLst>
        </pc:spChg>
        <pc:spChg chg="mod">
          <ac:chgData name="Abdullahi Jibril" userId="6480ac2d-504c-45e1-bf13-1de5aaa07f9e" providerId="ADAL" clId="{667A45C4-D4BB-4466-A4F7-E9DFB1D9FE54}" dt="2025-11-29T09:06:50.936" v="1191" actId="14100"/>
          <ac:spMkLst>
            <pc:docMk/>
            <pc:sldMk cId="3727562753" sldId="292"/>
            <ac:spMk id="3" creationId="{3953F262-96A3-4274-5548-954201FFA5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40C51-0191-4DFC-9EB1-E57FB7D7F6DC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B54AA-C563-493A-A89A-D3356C566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8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33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9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85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7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0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8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0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2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90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59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ZiBQf-M2I5D1luaom_rmwgt7c22o47E/view?usp=drive_link" TargetMode="External"/><Relationship Id="rId2" Type="http://schemas.openxmlformats.org/officeDocument/2006/relationships/hyperlink" Target="https://github.com/Arralle21/credit-card-fraud-detection/tree/ma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bosch-pricing-api-1.onrender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bosch-pricing-api-1.onrender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9278-7A3E-AE62-0118-BFB3DB02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820" y="1317900"/>
            <a:ext cx="10644169" cy="4640448"/>
          </a:xfrm>
        </p:spPr>
        <p:txBody>
          <a:bodyPr>
            <a:noAutofit/>
          </a:bodyPr>
          <a:lstStyle/>
          <a:p>
            <a:r>
              <a:rPr lang="en-GB" sz="2400" b="1" dirty="0"/>
              <a:t>Title:</a:t>
            </a:r>
            <a:r>
              <a:rPr lang="en-GB" sz="2400" dirty="0"/>
              <a:t> Product Pricing Optimization at Bosch Corporation</a:t>
            </a:r>
          </a:p>
          <a:p>
            <a:endParaRPr lang="en-GB" sz="2400" b="1" dirty="0"/>
          </a:p>
          <a:p>
            <a:r>
              <a:rPr lang="en-GB" sz="2400" b="1" dirty="0"/>
              <a:t>Subtitle:</a:t>
            </a:r>
            <a:r>
              <a:rPr lang="en-GB" sz="2400" dirty="0"/>
              <a:t> Leveraging Machine Learning for Dynamic Pricing Strategy</a:t>
            </a:r>
          </a:p>
          <a:p>
            <a:r>
              <a:rPr lang="en-GB" sz="2400" b="1" dirty="0"/>
              <a:t>Abdullahi Mohamed Jibril – Data Analytics Capstone  - 11-29-2025</a:t>
            </a:r>
          </a:p>
          <a:p>
            <a:endParaRPr lang="en-GB" sz="2400" b="1" dirty="0"/>
          </a:p>
          <a:p>
            <a:r>
              <a:rPr lang="en-GB" sz="2400" b="1" dirty="0"/>
              <a:t>GitHub link: </a:t>
            </a:r>
            <a:r>
              <a:rPr lang="en-GB" sz="2400" b="1" dirty="0">
                <a:hlinkClick r:id="rId2"/>
              </a:rPr>
              <a:t>https://github.com/Arralle21/credit-card-fraud-detection/tree/main</a:t>
            </a:r>
            <a:endParaRPr lang="en-GB" sz="2400" b="1" dirty="0"/>
          </a:p>
          <a:p>
            <a:r>
              <a:rPr lang="en-GB" sz="2400" b="1" dirty="0"/>
              <a:t>Google Drive(processed data) :  </a:t>
            </a:r>
            <a:r>
              <a:rPr lang="en-IN" u="sng" dirty="0">
                <a:hlinkClick r:id="rId3"/>
              </a:rPr>
              <a:t>https://drive.google.com/file/d/1CZiBQf-M2I5D1luaom_rmwgt7c22o47E/view?usp=drive_link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968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6D41-0AB6-2CED-8EA1-AFF6BBE9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26" y="1358006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Executive Summary</a:t>
            </a:r>
            <a:endParaRPr lang="en-GB" dirty="0"/>
          </a:p>
          <a:p>
            <a:r>
              <a:rPr lang="en-GB" b="1" dirty="0"/>
              <a:t>Problem:</a:t>
            </a:r>
            <a:r>
              <a:rPr lang="en-GB" dirty="0"/>
              <a:t> Inefficient pricing strategies leading to revenue loss</a:t>
            </a:r>
          </a:p>
          <a:p>
            <a:r>
              <a:rPr lang="en-GB" b="1" dirty="0"/>
              <a:t>Solution:</a:t>
            </a:r>
            <a:r>
              <a:rPr lang="en-GB" dirty="0"/>
              <a:t> ML-based pricing optimization model</a:t>
            </a:r>
          </a:p>
          <a:p>
            <a:r>
              <a:rPr lang="en-GB" b="1" dirty="0"/>
              <a:t>Result:</a:t>
            </a:r>
            <a:r>
              <a:rPr lang="en-GB" dirty="0"/>
              <a:t> 99.9% prediction accuracy with deployed API</a:t>
            </a:r>
          </a:p>
          <a:p>
            <a:r>
              <a:rPr lang="en-GB" b="1" dirty="0"/>
              <a:t>Impact:</a:t>
            </a:r>
            <a:r>
              <a:rPr lang="en-GB" dirty="0"/>
              <a:t> Real-time pricing decisions based on demand elasticity and competition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73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C1350-8ABC-8A98-09CF-974330560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406132"/>
            <a:ext cx="9603275" cy="3450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Business Problem</a:t>
            </a:r>
            <a:endParaRPr lang="en-GB" dirty="0"/>
          </a:p>
          <a:p>
            <a:r>
              <a:rPr lang="en-GB" dirty="0"/>
              <a:t>Bosch Corporation facing challenges in pricing optimization</a:t>
            </a:r>
          </a:p>
          <a:p>
            <a:r>
              <a:rPr lang="en-GB" dirty="0"/>
              <a:t>Manual pricing decisions causing inefficiencies</a:t>
            </a:r>
          </a:p>
          <a:p>
            <a:r>
              <a:rPr lang="en-GB" dirty="0"/>
              <a:t>Need for data-driven approach to: </a:t>
            </a:r>
          </a:p>
          <a:p>
            <a:pPr lvl="1"/>
            <a:r>
              <a:rPr lang="en-GB" dirty="0"/>
              <a:t>Optimize product pricing</a:t>
            </a:r>
          </a:p>
          <a:p>
            <a:pPr lvl="1"/>
            <a:r>
              <a:rPr lang="en-GB" dirty="0"/>
              <a:t>Consider demand elasticity</a:t>
            </a:r>
          </a:p>
          <a:p>
            <a:pPr lvl="1"/>
            <a:r>
              <a:rPr lang="en-GB" dirty="0"/>
              <a:t>Account for competitor pricing</a:t>
            </a:r>
          </a:p>
          <a:p>
            <a:pPr lvl="1"/>
            <a:r>
              <a:rPr lang="en-GB" dirty="0"/>
              <a:t>Incorporate customer 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21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4A02-626C-157E-3EA5-A893E83BB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779" y="1358006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Project Objectives</a:t>
            </a:r>
            <a:endParaRPr lang="en-IN" dirty="0"/>
          </a:p>
          <a:p>
            <a:r>
              <a:rPr lang="en-IN" dirty="0"/>
              <a:t>Develop predictive model for optimal pricing</a:t>
            </a:r>
          </a:p>
          <a:p>
            <a:r>
              <a:rPr lang="en-IN" dirty="0" err="1"/>
              <a:t>Analyze</a:t>
            </a:r>
            <a:r>
              <a:rPr lang="en-IN" dirty="0"/>
              <a:t> demand elasticity patterns</a:t>
            </a:r>
          </a:p>
          <a:p>
            <a:r>
              <a:rPr lang="en-IN" dirty="0"/>
              <a:t>Incorporate competitor pricing intelligence</a:t>
            </a:r>
          </a:p>
          <a:p>
            <a:r>
              <a:rPr lang="en-IN" dirty="0"/>
              <a:t>Deploy scalable API solution</a:t>
            </a:r>
          </a:p>
          <a:p>
            <a:r>
              <a:rPr lang="en-IN" dirty="0"/>
              <a:t>Enable real-time pricing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60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DDF1077-D262-6D03-52E8-99564F235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5326" y="1049085"/>
            <a:ext cx="7532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Retail Price Optimization Dataset (Kaggle)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676 product transactions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30 variables including: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Product characteristics (weight, photos, descriptions)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Competitor prices (3 competitors)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 behavior (quantity, volume, customers)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Temporal features (month, year, holidays)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Target: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Unit Price </a:t>
            </a:r>
          </a:p>
        </p:txBody>
      </p:sp>
    </p:spTree>
    <p:extLst>
      <p:ext uri="{BB962C8B-B14F-4D97-AF65-F5344CB8AC3E}">
        <p14:creationId xmlns:p14="http://schemas.microsoft.com/office/powerpoint/2010/main" val="181435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036F-9B70-BFA9-A1B6-8B547683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358006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Exploratory Data Analysis - Key Insights</a:t>
            </a:r>
            <a:endParaRPr lang="en-GB" dirty="0"/>
          </a:p>
          <a:p>
            <a:r>
              <a:rPr lang="en-GB" b="1" dirty="0"/>
              <a:t>No missing values</a:t>
            </a:r>
            <a:r>
              <a:rPr lang="en-GB" dirty="0"/>
              <a:t> - Clean dataset</a:t>
            </a:r>
          </a:p>
          <a:p>
            <a:r>
              <a:rPr lang="en-GB" b="1" dirty="0"/>
              <a:t>Price Distribution:</a:t>
            </a:r>
            <a:r>
              <a:rPr lang="en-GB" dirty="0"/>
              <a:t> Range $19.90 - $364.00, Mean $106.50</a:t>
            </a:r>
          </a:p>
          <a:p>
            <a:r>
              <a:rPr lang="en-GB" b="1" dirty="0"/>
              <a:t>Competitor Influence:</a:t>
            </a:r>
            <a:r>
              <a:rPr lang="en-GB" dirty="0"/>
              <a:t> Strong correlation (0.8+) with unit price</a:t>
            </a:r>
          </a:p>
          <a:p>
            <a:r>
              <a:rPr lang="en-GB" b="1" dirty="0"/>
              <a:t>Demand Elasticity:</a:t>
            </a:r>
            <a:r>
              <a:rPr lang="en-GB" dirty="0"/>
              <a:t> Inverse relationship between price and volume</a:t>
            </a:r>
          </a:p>
          <a:p>
            <a:r>
              <a:rPr lang="en-GB" b="1" dirty="0"/>
              <a:t>Temporal Patterns:</a:t>
            </a:r>
            <a:r>
              <a:rPr lang="en-GB" dirty="0"/>
              <a:t> Seasonal pricing variations identified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3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EAA76-4E7D-5725-7C52-3A3D7394F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406132"/>
            <a:ext cx="9603275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Feature Engineering</a:t>
            </a:r>
            <a:endParaRPr lang="en-GB" dirty="0"/>
          </a:p>
          <a:p>
            <a:r>
              <a:rPr lang="en-GB" b="1" dirty="0"/>
              <a:t>Competitor Ratios:</a:t>
            </a:r>
            <a:r>
              <a:rPr lang="en-GB" dirty="0"/>
              <a:t> Price-to-competitor ratios (3 features)</a:t>
            </a:r>
          </a:p>
          <a:p>
            <a:r>
              <a:rPr lang="en-GB" b="1" dirty="0"/>
              <a:t>Average Competitor Price:</a:t>
            </a:r>
            <a:r>
              <a:rPr lang="en-GB" dirty="0"/>
              <a:t> Weighted average of all competitors</a:t>
            </a:r>
          </a:p>
          <a:p>
            <a:r>
              <a:rPr lang="en-GB" b="1" dirty="0"/>
              <a:t>Price Variance:</a:t>
            </a:r>
            <a:r>
              <a:rPr lang="en-GB" dirty="0"/>
              <a:t> Difference from average competitor price</a:t>
            </a:r>
          </a:p>
          <a:p>
            <a:r>
              <a:rPr lang="en-GB" b="1" dirty="0"/>
              <a:t>Demand Indicators:</a:t>
            </a:r>
            <a:r>
              <a:rPr lang="en-GB" dirty="0"/>
              <a:t> Quantity × Customers interaction</a:t>
            </a:r>
          </a:p>
          <a:p>
            <a:r>
              <a:rPr lang="en-GB" b="1" dirty="0"/>
              <a:t>Freight Analysis:</a:t>
            </a:r>
            <a:r>
              <a:rPr lang="en-GB" dirty="0"/>
              <a:t> Total freight costs across competitors</a:t>
            </a:r>
          </a:p>
          <a:p>
            <a:r>
              <a:rPr lang="en-GB" b="1" dirty="0"/>
              <a:t>Efficiency Metrics:</a:t>
            </a:r>
            <a:r>
              <a:rPr lang="en-GB" dirty="0"/>
              <a:t> Price per gram for value assessment</a:t>
            </a:r>
          </a:p>
          <a:p>
            <a:r>
              <a:rPr lang="en-GB" b="1" dirty="0"/>
              <a:t>Total Features:</a:t>
            </a:r>
            <a:r>
              <a:rPr lang="en-GB" dirty="0"/>
              <a:t> 36 engineered features</a:t>
            </a:r>
          </a:p>
        </p:txBody>
      </p:sp>
    </p:spTree>
    <p:extLst>
      <p:ext uri="{BB962C8B-B14F-4D97-AF65-F5344CB8AC3E}">
        <p14:creationId xmlns:p14="http://schemas.microsoft.com/office/powerpoint/2010/main" val="134202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0DB1-B885-934F-976A-C0E9C5E4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454258"/>
            <a:ext cx="9603275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Feature Engineering</a:t>
            </a:r>
            <a:endParaRPr lang="en-GB" dirty="0"/>
          </a:p>
          <a:p>
            <a:r>
              <a:rPr lang="en-GB" b="1" dirty="0"/>
              <a:t>Competitor Ratios:</a:t>
            </a:r>
            <a:r>
              <a:rPr lang="en-GB" dirty="0"/>
              <a:t> Price-to-competitor ratios (3 features)</a:t>
            </a:r>
          </a:p>
          <a:p>
            <a:r>
              <a:rPr lang="en-GB" b="1" dirty="0"/>
              <a:t>Average Competitor Price:</a:t>
            </a:r>
            <a:r>
              <a:rPr lang="en-GB" dirty="0"/>
              <a:t> Weighted average of all competitors</a:t>
            </a:r>
          </a:p>
          <a:p>
            <a:r>
              <a:rPr lang="en-GB" b="1" dirty="0"/>
              <a:t>Price Variance:</a:t>
            </a:r>
            <a:r>
              <a:rPr lang="en-GB" dirty="0"/>
              <a:t> Difference from average competitor price</a:t>
            </a:r>
          </a:p>
          <a:p>
            <a:r>
              <a:rPr lang="en-GB" b="1" dirty="0"/>
              <a:t>Demand Indicators:</a:t>
            </a:r>
            <a:r>
              <a:rPr lang="en-GB" dirty="0"/>
              <a:t> Quantity × Customers interaction</a:t>
            </a:r>
          </a:p>
          <a:p>
            <a:r>
              <a:rPr lang="en-GB" b="1" dirty="0"/>
              <a:t>Freight Analysis:</a:t>
            </a:r>
            <a:r>
              <a:rPr lang="en-GB" dirty="0"/>
              <a:t> Total freight costs across competitors</a:t>
            </a:r>
          </a:p>
          <a:p>
            <a:r>
              <a:rPr lang="en-GB" b="1" dirty="0"/>
              <a:t>Efficiency Metrics:</a:t>
            </a:r>
            <a:r>
              <a:rPr lang="en-GB" dirty="0"/>
              <a:t> Price per gram for value assessment</a:t>
            </a:r>
          </a:p>
          <a:p>
            <a:r>
              <a:rPr lang="en-GB" b="1" dirty="0"/>
              <a:t>Total Features:</a:t>
            </a:r>
            <a:r>
              <a:rPr lang="en-GB" dirty="0"/>
              <a:t> 36 engineered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46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73594-7932-35C9-616F-D48F38521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309880"/>
            <a:ext cx="10897638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Methodology</a:t>
            </a:r>
            <a:endParaRPr lang="en-IN" dirty="0"/>
          </a:p>
          <a:p>
            <a:r>
              <a:rPr lang="en-IN" b="1" dirty="0"/>
              <a:t>Data Preprocessing:</a:t>
            </a:r>
            <a:r>
              <a:rPr lang="en-IN" dirty="0"/>
              <a:t> </a:t>
            </a:r>
          </a:p>
          <a:p>
            <a:pPr lvl="1"/>
            <a:r>
              <a:rPr lang="en-IN" sz="2000" dirty="0"/>
              <a:t>Label encoding for categorical variables</a:t>
            </a:r>
          </a:p>
          <a:p>
            <a:pPr lvl="1"/>
            <a:r>
              <a:rPr lang="en-IN" sz="2000" dirty="0"/>
              <a:t>Standard scaling for numerical features</a:t>
            </a:r>
          </a:p>
          <a:p>
            <a:pPr lvl="1"/>
            <a:r>
              <a:rPr lang="en-IN" sz="2000" dirty="0"/>
              <a:t>80/20 train-test split</a:t>
            </a:r>
          </a:p>
          <a:p>
            <a:r>
              <a:rPr lang="en-IN" b="1" dirty="0"/>
              <a:t>Models Evaluated:</a:t>
            </a:r>
            <a:r>
              <a:rPr lang="en-IN" dirty="0"/>
              <a:t> </a:t>
            </a:r>
          </a:p>
          <a:p>
            <a:pPr lvl="1"/>
            <a:r>
              <a:rPr lang="en-IN" sz="2000" dirty="0"/>
              <a:t>Linear Regression</a:t>
            </a:r>
          </a:p>
          <a:p>
            <a:pPr lvl="1"/>
            <a:r>
              <a:rPr lang="en-IN" sz="2000" dirty="0"/>
              <a:t>Ridge Regression</a:t>
            </a:r>
          </a:p>
          <a:p>
            <a:pPr lvl="1"/>
            <a:r>
              <a:rPr lang="en-IN" sz="2000" dirty="0"/>
              <a:t>Lasso Regression</a:t>
            </a:r>
          </a:p>
          <a:p>
            <a:pPr lvl="1"/>
            <a:r>
              <a:rPr lang="en-IN" sz="2000" dirty="0"/>
              <a:t>Random Forest</a:t>
            </a:r>
          </a:p>
          <a:p>
            <a:pPr lvl="1"/>
            <a:r>
              <a:rPr lang="en-IN" sz="2000" dirty="0"/>
              <a:t>Gradient Boosting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28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5668218-941E-BE8A-A057-7A879DE48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804519"/>
            <a:ext cx="9603275" cy="10492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200" u="none" strike="noStrike" cap="all" normalizeH="0" baseline="0">
                <a:ln>
                  <a:noFill/>
                </a:ln>
                <a:latin typeface="+mj-lt"/>
                <a:ea typeface="+mj-ea"/>
                <a:cs typeface="+mj-cs"/>
              </a:rPr>
              <a:t>Model Performance Comparison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200" u="none" strike="noStrike" cap="all" normalizeH="0" baseline="0">
                <a:ln>
                  <a:noFill/>
                </a:ln>
                <a:latin typeface="+mj-lt"/>
                <a:ea typeface="+mj-ea"/>
                <a:cs typeface="+mj-cs"/>
              </a:rPr>
              <a:t>Winner: Linear Regression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828D8F-3A75-785F-EE03-13B844179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649387"/>
              </p:ext>
            </p:extLst>
          </p:nvPr>
        </p:nvGraphicFramePr>
        <p:xfrm>
          <a:off x="1450975" y="2552974"/>
          <a:ext cx="9604376" cy="289941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83895">
                  <a:extLst>
                    <a:ext uri="{9D8B030D-6E8A-4147-A177-3AD203B41FA5}">
                      <a16:colId xmlns:a16="http://schemas.microsoft.com/office/drawing/2014/main" val="3990668477"/>
                    </a:ext>
                  </a:extLst>
                </a:gridCol>
                <a:gridCol w="1881266">
                  <a:extLst>
                    <a:ext uri="{9D8B030D-6E8A-4147-A177-3AD203B41FA5}">
                      <a16:colId xmlns:a16="http://schemas.microsoft.com/office/drawing/2014/main" val="337090173"/>
                    </a:ext>
                  </a:extLst>
                </a:gridCol>
                <a:gridCol w="2507531">
                  <a:extLst>
                    <a:ext uri="{9D8B030D-6E8A-4147-A177-3AD203B41FA5}">
                      <a16:colId xmlns:a16="http://schemas.microsoft.com/office/drawing/2014/main" val="3296259937"/>
                    </a:ext>
                  </a:extLst>
                </a:gridCol>
                <a:gridCol w="2331684">
                  <a:extLst>
                    <a:ext uri="{9D8B030D-6E8A-4147-A177-3AD203B41FA5}">
                      <a16:colId xmlns:a16="http://schemas.microsoft.com/office/drawing/2014/main" val="3968085873"/>
                    </a:ext>
                  </a:extLst>
                </a:gridCol>
              </a:tblGrid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Model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Test R²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Test RMSE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Test MAE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3434390891"/>
                  </a:ext>
                </a:extLst>
              </a:tr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Linear Regression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1.0000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0.0000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0.0000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3485365455"/>
                  </a:ext>
                </a:extLst>
              </a:tr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Lasso Regression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0.9999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0.5477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0.3056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1654807422"/>
                  </a:ext>
                </a:extLst>
              </a:tr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Ridge Regression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0.9997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1.2092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0.7068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285070294"/>
                  </a:ext>
                </a:extLst>
              </a:tr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Gradient Boosting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0.9940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5.6997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2.6482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3040208473"/>
                  </a:ext>
                </a:extLst>
              </a:tr>
              <a:tr h="48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Random Forest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0.9933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6.0025</a:t>
                      </a:r>
                    </a:p>
                  </a:txBody>
                  <a:tcPr marL="109826" marR="109826" marT="54913" marB="549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2.7922</a:t>
                      </a:r>
                    </a:p>
                  </a:txBody>
                  <a:tcPr marL="109826" marR="109826" marT="54913" marB="54913" anchor="ctr"/>
                </a:tc>
                <a:extLst>
                  <a:ext uri="{0D108BD9-81ED-4DB2-BD59-A6C34878D82A}">
                    <a16:rowId xmlns:a16="http://schemas.microsoft.com/office/drawing/2014/main" val="2844020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209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CB4B-28EF-7EA7-89DC-03B2B3E6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436612"/>
            <a:ext cx="9603275" cy="42479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Model Insights - Top Features</a:t>
            </a:r>
            <a:endParaRPr lang="en-GB" dirty="0"/>
          </a:p>
          <a:p>
            <a:r>
              <a:rPr lang="en-GB" b="1" dirty="0" err="1"/>
              <a:t>lag_price</a:t>
            </a:r>
            <a:r>
              <a:rPr lang="en-GB" b="1" dirty="0"/>
              <a:t>:</a:t>
            </a:r>
            <a:r>
              <a:rPr lang="en-GB" dirty="0"/>
              <a:t> Previous pricing (highest importance)</a:t>
            </a:r>
          </a:p>
          <a:p>
            <a:r>
              <a:rPr lang="en-GB" b="1" dirty="0" err="1"/>
              <a:t>avg_competitor_price</a:t>
            </a:r>
            <a:r>
              <a:rPr lang="en-GB" b="1" dirty="0"/>
              <a:t>:</a:t>
            </a:r>
            <a:r>
              <a:rPr lang="en-GB" dirty="0"/>
              <a:t> Market positioning</a:t>
            </a:r>
          </a:p>
          <a:p>
            <a:r>
              <a:rPr lang="en-GB" b="1" dirty="0"/>
              <a:t>comp_1, comp_2, comp_3:</a:t>
            </a:r>
            <a:r>
              <a:rPr lang="en-GB" dirty="0"/>
              <a:t> Individual competitor prices</a:t>
            </a:r>
          </a:p>
          <a:p>
            <a:r>
              <a:rPr lang="en-GB" b="1" dirty="0" err="1"/>
              <a:t>product_score</a:t>
            </a:r>
            <a:r>
              <a:rPr lang="en-GB" b="1" dirty="0"/>
              <a:t>:</a:t>
            </a:r>
            <a:r>
              <a:rPr lang="en-GB" dirty="0"/>
              <a:t> Quality indicator</a:t>
            </a:r>
          </a:p>
          <a:p>
            <a:r>
              <a:rPr lang="en-GB" b="1" dirty="0"/>
              <a:t>customers:</a:t>
            </a:r>
            <a:r>
              <a:rPr lang="en-GB" dirty="0"/>
              <a:t> Demand signal</a:t>
            </a:r>
          </a:p>
          <a:p>
            <a:r>
              <a:rPr lang="en-GB" b="1" dirty="0"/>
              <a:t>volume:</a:t>
            </a:r>
            <a:r>
              <a:rPr lang="en-GB" dirty="0"/>
              <a:t> Sales velocity</a:t>
            </a:r>
          </a:p>
          <a:p>
            <a:r>
              <a:rPr lang="en-GB" b="1" dirty="0" err="1"/>
              <a:t>freight_price</a:t>
            </a:r>
            <a:r>
              <a:rPr lang="en-GB" b="1" dirty="0"/>
              <a:t>:</a:t>
            </a:r>
            <a:r>
              <a:rPr lang="en-GB" dirty="0"/>
              <a:t> Cost component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424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8B84-91DA-8651-AAC4-22E57143C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82" y="1360412"/>
            <a:ext cx="9603275" cy="4811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Model Deployment Architecture</a:t>
            </a:r>
            <a:endParaRPr lang="en-IN" dirty="0"/>
          </a:p>
          <a:p>
            <a:r>
              <a:rPr lang="en-IN" b="1" dirty="0"/>
              <a:t>Platform:</a:t>
            </a:r>
            <a:r>
              <a:rPr lang="en-IN" dirty="0"/>
              <a:t> Render (Cloud PaaS)</a:t>
            </a:r>
          </a:p>
          <a:p>
            <a:r>
              <a:rPr lang="en-IN" b="1" dirty="0"/>
              <a:t>API Framework:</a:t>
            </a:r>
            <a:r>
              <a:rPr lang="en-IN" dirty="0"/>
              <a:t> Flask + </a:t>
            </a:r>
            <a:r>
              <a:rPr lang="en-IN" dirty="0" err="1"/>
              <a:t>Gunicorn</a:t>
            </a:r>
            <a:endParaRPr lang="en-IN" dirty="0"/>
          </a:p>
          <a:p>
            <a:r>
              <a:rPr lang="en-IN" b="1" dirty="0"/>
              <a:t>Technology Stack:</a:t>
            </a:r>
            <a:r>
              <a:rPr lang="en-IN" dirty="0"/>
              <a:t> </a:t>
            </a:r>
          </a:p>
          <a:p>
            <a:pPr lvl="1"/>
            <a:r>
              <a:rPr lang="en-IN" sz="2000" dirty="0"/>
              <a:t>Python 3.11</a:t>
            </a:r>
          </a:p>
          <a:p>
            <a:pPr lvl="1"/>
            <a:r>
              <a:rPr lang="en-IN" sz="2000" dirty="0"/>
              <a:t>Scikit-learn 1.6.1</a:t>
            </a:r>
          </a:p>
          <a:p>
            <a:pPr lvl="1"/>
            <a:r>
              <a:rPr lang="en-IN" sz="2000" dirty="0"/>
              <a:t>Pandas 2.0.3</a:t>
            </a:r>
          </a:p>
          <a:p>
            <a:pPr lvl="1"/>
            <a:r>
              <a:rPr lang="en-IN" sz="2000" dirty="0"/>
              <a:t>NumPy 1.23.5</a:t>
            </a:r>
          </a:p>
          <a:p>
            <a:r>
              <a:rPr lang="en-IN" b="1" dirty="0"/>
              <a:t>Endpoint:</a:t>
            </a:r>
            <a:r>
              <a:rPr lang="en-IN" dirty="0"/>
              <a:t> REST API with JSON responses</a:t>
            </a:r>
          </a:p>
          <a:p>
            <a:r>
              <a:rPr lang="en-IN" b="1" dirty="0"/>
              <a:t>Availability:</a:t>
            </a:r>
            <a:r>
              <a:rPr lang="en-IN" dirty="0"/>
              <a:t> 24/7 public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68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88211-3613-8BA0-E014-C9170637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196621" cy="345061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{</a:t>
            </a:r>
          </a:p>
          <a:p>
            <a:r>
              <a:rPr lang="en-GB" dirty="0"/>
              <a:t>  "qty": 10,</a:t>
            </a:r>
          </a:p>
          <a:p>
            <a:r>
              <a:rPr lang="en-GB" dirty="0"/>
              <a:t>  "customers": 50,</a:t>
            </a:r>
          </a:p>
          <a:p>
            <a:r>
              <a:rPr lang="en-GB" dirty="0"/>
              <a:t>  "comp_1": 89.9,</a:t>
            </a:r>
          </a:p>
          <a:p>
            <a:r>
              <a:rPr lang="en-GB" dirty="0"/>
              <a:t>  "comp_2": 95.0,</a:t>
            </a:r>
          </a:p>
          <a:p>
            <a:r>
              <a:rPr lang="en-GB" dirty="0"/>
              <a:t>  "comp_3": 85.0,</a:t>
            </a:r>
          </a:p>
          <a:p>
            <a:r>
              <a:rPr lang="en-GB" dirty="0"/>
              <a:t>  "</a:t>
            </a:r>
            <a:r>
              <a:rPr lang="en-GB" dirty="0" err="1"/>
              <a:t>product_score</a:t>
            </a:r>
            <a:r>
              <a:rPr lang="en-GB" dirty="0"/>
              <a:t>": 4.1</a:t>
            </a:r>
          </a:p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20A66-BFE1-3FB2-BB8D-3111956C99B3}"/>
              </a:ext>
            </a:extLst>
          </p:cNvPr>
          <p:cNvSpPr txBox="1"/>
          <p:nvPr/>
        </p:nvSpPr>
        <p:spPr>
          <a:xfrm>
            <a:off x="1268729" y="468325"/>
            <a:ext cx="9603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API Demonstration</a:t>
            </a:r>
            <a:r>
              <a:rPr lang="en-IN" dirty="0"/>
              <a:t> </a:t>
            </a:r>
            <a:r>
              <a:rPr lang="en-IN" b="1" dirty="0"/>
              <a:t>Live Endpoint: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https://bosch-pricing-api-1.onrender.com</a:t>
            </a:r>
            <a:endParaRPr lang="en-IN" dirty="0"/>
          </a:p>
          <a:p>
            <a:pPr>
              <a:buNone/>
            </a:pPr>
            <a:r>
              <a:rPr lang="en-IN" b="1" dirty="0"/>
              <a:t>Sample Request: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92508-E535-58EA-0441-6B54FAB0306C}"/>
              </a:ext>
            </a:extLst>
          </p:cNvPr>
          <p:cNvSpPr txBox="1"/>
          <p:nvPr/>
        </p:nvSpPr>
        <p:spPr>
          <a:xfrm>
            <a:off x="1268729" y="1242028"/>
            <a:ext cx="234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Sample Request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7D5CD-8DB2-E5C2-F3C6-C0CB6A365DB2}"/>
              </a:ext>
            </a:extLst>
          </p:cNvPr>
          <p:cNvSpPr txBox="1"/>
          <p:nvPr/>
        </p:nvSpPr>
        <p:spPr>
          <a:xfrm>
            <a:off x="6096000" y="2540709"/>
            <a:ext cx="6103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"</a:t>
            </a:r>
            <a:r>
              <a:rPr lang="en-IN" dirty="0" err="1"/>
              <a:t>predicted_price</a:t>
            </a:r>
            <a:r>
              <a:rPr lang="en-IN" dirty="0"/>
              <a:t>": 89.95,</a:t>
            </a:r>
          </a:p>
          <a:p>
            <a:r>
              <a:rPr lang="en-IN" dirty="0"/>
              <a:t>  "status": "success"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108C6-28A5-05D4-409A-C6595B8486F1}"/>
              </a:ext>
            </a:extLst>
          </p:cNvPr>
          <p:cNvSpPr txBox="1"/>
          <p:nvPr/>
        </p:nvSpPr>
        <p:spPr>
          <a:xfrm>
            <a:off x="6372226" y="2015732"/>
            <a:ext cx="234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635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231E-9872-1194-1203-2A09C884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345172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Business Impact &amp; Benefits</a:t>
            </a:r>
            <a:endParaRPr lang="en-GB" dirty="0"/>
          </a:p>
          <a:p>
            <a:r>
              <a:rPr lang="en-GB" b="1" dirty="0"/>
              <a:t>Revenue Optimization:</a:t>
            </a:r>
            <a:r>
              <a:rPr lang="en-GB" dirty="0"/>
              <a:t> Data-driven pricing decisions</a:t>
            </a:r>
          </a:p>
          <a:p>
            <a:r>
              <a:rPr lang="en-GB" b="1" dirty="0"/>
              <a:t>Competitive Intelligence:</a:t>
            </a:r>
            <a:r>
              <a:rPr lang="en-GB" dirty="0"/>
              <a:t> Real-time competitor monitoring</a:t>
            </a:r>
          </a:p>
          <a:p>
            <a:r>
              <a:rPr lang="en-GB" b="1" dirty="0"/>
              <a:t>Scalability:</a:t>
            </a:r>
            <a:r>
              <a:rPr lang="en-GB" dirty="0"/>
              <a:t> API handles multiple requests simultaneously</a:t>
            </a:r>
          </a:p>
          <a:p>
            <a:r>
              <a:rPr lang="en-GB" b="1" dirty="0"/>
              <a:t>Speed:</a:t>
            </a:r>
            <a:r>
              <a:rPr lang="en-GB" dirty="0"/>
              <a:t> Instant pricing recommendations (&lt;100ms)</a:t>
            </a:r>
          </a:p>
          <a:p>
            <a:r>
              <a:rPr lang="en-GB" b="1" dirty="0"/>
              <a:t>Flexibility:</a:t>
            </a:r>
            <a:r>
              <a:rPr lang="en-GB" dirty="0"/>
              <a:t> Easy integration with existing systems</a:t>
            </a:r>
          </a:p>
          <a:p>
            <a:r>
              <a:rPr lang="en-GB" b="1" dirty="0"/>
              <a:t>Cost Efficiency:</a:t>
            </a:r>
            <a:r>
              <a:rPr lang="en-GB" dirty="0"/>
              <a:t> Reduced manual pricing efforts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742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5AEC7F8-D63A-BB8E-7A66-98B98BB7C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2015734"/>
            <a:ext cx="4158849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</a:rPr>
              <a:t>Challenges &amp; Solutions</a:t>
            </a:r>
            <a:endParaRPr kumimoji="0" lang="en-US" altLang="en-US" b="0" i="0" u="none" strike="noStrike" cap="none" normalizeH="0" baseline="0">
              <a:ln>
                <a:noFill/>
              </a:ln>
            </a:endParaRPr>
          </a:p>
          <a:p>
            <a:pPr marL="0" marR="0" lvl="0" indent="-22860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</a:rPr>
              <a:t>Note:</a:t>
            </a:r>
            <a:r>
              <a:rPr kumimoji="0" lang="en-US" altLang="en-US" b="0" i="0" u="none" strike="noStrike" cap="none" normalizeH="0" baseline="0">
                <a:ln>
                  <a:noFill/>
                </a:ln>
              </a:rPr>
              <a:t> AWS deployment planned but faced payment authorization issues. Render provides equivalent cloud infrastructure.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6E63CE-6996-0087-B138-16E0BAFEB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836775"/>
              </p:ext>
            </p:extLst>
          </p:nvPr>
        </p:nvGraphicFramePr>
        <p:xfrm>
          <a:off x="6277257" y="2272180"/>
          <a:ext cx="4613873" cy="292847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243385">
                  <a:extLst>
                    <a:ext uri="{9D8B030D-6E8A-4147-A177-3AD203B41FA5}">
                      <a16:colId xmlns:a16="http://schemas.microsoft.com/office/drawing/2014/main" val="399145314"/>
                    </a:ext>
                  </a:extLst>
                </a:gridCol>
                <a:gridCol w="2370488">
                  <a:extLst>
                    <a:ext uri="{9D8B030D-6E8A-4147-A177-3AD203B41FA5}">
                      <a16:colId xmlns:a16="http://schemas.microsoft.com/office/drawing/2014/main" val="4180037281"/>
                    </a:ext>
                  </a:extLst>
                </a:gridCol>
              </a:tblGrid>
              <a:tr h="33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Challenge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Solution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2657742141"/>
                  </a:ext>
                </a:extLst>
              </a:tr>
              <a:tr h="56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Deployment complexity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Used Render instead of AWS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1117067047"/>
                  </a:ext>
                </a:extLst>
              </a:tr>
              <a:tr h="56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Version compatibility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Matched NumPy/Pandas versions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1955454448"/>
                  </a:ext>
                </a:extLst>
              </a:tr>
              <a:tr h="33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Model size optimization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Compressed PKL files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4091546147"/>
                  </a:ext>
                </a:extLst>
              </a:tr>
              <a:tr h="56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API performance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Implemented Gunicorn workers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2848190777"/>
                  </a:ext>
                </a:extLst>
              </a:tr>
              <a:tr h="56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requirements</a:t>
                      </a:r>
                    </a:p>
                  </a:txBody>
                  <a:tcPr marL="76262" marR="76262" marT="38131" marB="3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Pre-loaded models in memory</a:t>
                      </a:r>
                    </a:p>
                  </a:txBody>
                  <a:tcPr marL="76262" marR="76262" marT="38131" marB="38131" anchor="ctr"/>
                </a:tc>
                <a:extLst>
                  <a:ext uri="{0D108BD9-81ED-4DB2-BD59-A6C34878D82A}">
                    <a16:rowId xmlns:a16="http://schemas.microsoft.com/office/drawing/2014/main" val="1278906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632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834F4-9304-603F-9498-1A74BC14D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762" y="381000"/>
            <a:ext cx="12040638" cy="5893828"/>
          </a:xfrm>
        </p:spPr>
        <p:txBody>
          <a:bodyPr>
            <a:noAutofit/>
          </a:bodyPr>
          <a:lstStyle/>
          <a:p>
            <a:r>
              <a:rPr lang="en-IN" b="1" dirty="0"/>
              <a:t>Conclusions &amp; Next Steps</a:t>
            </a:r>
            <a:r>
              <a:rPr lang="en-IN" dirty="0"/>
              <a:t> </a:t>
            </a:r>
            <a:r>
              <a:rPr lang="en-IN" b="1" dirty="0"/>
              <a:t>Achievements:</a:t>
            </a:r>
            <a:endParaRPr lang="en-IN" dirty="0"/>
          </a:p>
          <a:p>
            <a:r>
              <a:rPr lang="en-IN" dirty="0"/>
              <a:t>✅ 99.9%+ accuracy pricing model</a:t>
            </a:r>
          </a:p>
          <a:p>
            <a:r>
              <a:rPr lang="en-IN" dirty="0"/>
              <a:t>✅ Deployed production-ready API</a:t>
            </a:r>
          </a:p>
          <a:p>
            <a:r>
              <a:rPr lang="en-IN" dirty="0"/>
              <a:t>✅ Real-time prediction capability</a:t>
            </a:r>
          </a:p>
          <a:p>
            <a:r>
              <a:rPr lang="en-IN" dirty="0"/>
              <a:t>✅ Comprehensive feature engineering</a:t>
            </a:r>
          </a:p>
          <a:p>
            <a:r>
              <a:rPr lang="en-IN" b="1" dirty="0"/>
              <a:t>Future Enhancements:</a:t>
            </a:r>
            <a:endParaRPr lang="en-IN" dirty="0"/>
          </a:p>
          <a:p>
            <a:r>
              <a:rPr lang="en-IN" dirty="0"/>
              <a:t>A/B testing framework for price optimization</a:t>
            </a:r>
          </a:p>
          <a:p>
            <a:r>
              <a:rPr lang="en-IN" dirty="0"/>
              <a:t>Integration with AWS for enterprise scalability</a:t>
            </a:r>
          </a:p>
          <a:p>
            <a:r>
              <a:rPr lang="en-IN" dirty="0"/>
              <a:t>Advanced demand forecasting models</a:t>
            </a:r>
          </a:p>
          <a:p>
            <a:r>
              <a:rPr lang="en-IN" dirty="0"/>
              <a:t>Dashboard for business users</a:t>
            </a:r>
          </a:p>
          <a:p>
            <a:r>
              <a:rPr lang="en-IN" dirty="0"/>
              <a:t>Automated retraining pipeline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320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F262-96A3-4274-5548-954201FFA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809508"/>
          </a:xfrm>
        </p:spPr>
        <p:txBody>
          <a:bodyPr/>
          <a:lstStyle/>
          <a:p>
            <a:r>
              <a:rPr lang="en-IN" b="1" dirty="0"/>
              <a:t>Repository:</a:t>
            </a:r>
            <a:r>
              <a:rPr lang="en-IN" dirty="0"/>
              <a:t> https://github.com/Arralle21/bosch-pricing-api</a:t>
            </a:r>
          </a:p>
          <a:p>
            <a:r>
              <a:rPr lang="en-IN" b="1" dirty="0"/>
              <a:t>Live API: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https://bosch-pricing-api-1.onrender.com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562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AE26-95C3-D6DF-4413-CFAE1C391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92" y="2812145"/>
            <a:ext cx="9603275" cy="3450613"/>
          </a:xfrm>
        </p:spPr>
        <p:txBody>
          <a:bodyPr>
            <a:normAutofit/>
          </a:bodyPr>
          <a:lstStyle/>
          <a:p>
            <a:pPr algn="ctr"/>
            <a:r>
              <a:rPr lang="en-GB" sz="9600" dirty="0"/>
              <a:t>Thanks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71105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62</TotalTime>
  <Words>807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Abdullahi Jibril</dc:creator>
  <cp:lastModifiedBy>Abdullahi Jibril</cp:lastModifiedBy>
  <cp:revision>1</cp:revision>
  <dcterms:created xsi:type="dcterms:W3CDTF">2025-11-18T11:15:01Z</dcterms:created>
  <dcterms:modified xsi:type="dcterms:W3CDTF">2025-11-29T09:06:52Z</dcterms:modified>
</cp:coreProperties>
</file>